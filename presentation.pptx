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— Асуулт ба яагаад сонирхолтой вэ (1 мин, 4-р гишүүн).
Сэдэв: ҮСХ-ны 1212.mn хүснэгт DT_NSO_0300_040V1 — 21 аймаг ба Улаанбаатарын бүртгэлтэй шилжин ирсэн, явсан, 1983–2025.
Үзэгчдээс асуу: «Бүгд Улаанбаатарыг зорьдог уу? Нийслэл нэгдүгээрт үү? Бусад бүх аймаг хүн алдаж байна уу?» — гараа өргүүлж, хариултыг санана; 6-р слайд дээр эргэн очно.
Асуулт: шилжилт нутгуудын хооронд хэрхэн хуваарилагдаж, оноор хэрхэн өөрчлөгдөж байна вэ. Гишүүд ба үүргийг нэрлэнэ.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— Өгөгдөл (1 мин, 3-р гишүүн).
Эх сурвалж: 1212.mn, хүснэгт DT_NSO_0300_040V1, 2026.10.14-нд татсан. Түүхий файл 56 мөр × 45 багана: 2 текст (Үзүүлэлт, Бүс) + 43 он-багана (1983–2025) — өргөн хэлбэр. Хоёр үзүүлэлт: Шилжин ирсэн, Шилжин явсан. Нэгж — хүн, өөрөөр хэлбэл бүртгэлтэй шилжилт.
Colab-д: df_raw.head(), dtypes (бүх он-багана int64), et.missing_report → дутуу утга 0; value_counts → Улаанбаатар 4 удаа, Улсын дүн ба 4 бүс нутгуудтай хамт — цэвэрлэгээний асуудлууд.
Хүрээ: хүн амын тоо, цалин, шалтгаан байхгүй — 1000 хүнд ногдох үзүүлэлт тооцохгүй, «яагаад» гэж тайлбарлахгүй.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— Цэвэрлэгээ (1.5 мин, 3-р гишүүн).
Асуудал: (1) Улаанбаатар 4 удаа — үзүүлэлт бүрт хоёр ижил мөр; (2) Улсын дүн ба 4 бүсийн дүн аймгуудтай хамт; (3) он баганаар; (4) Говьсүмбэр 1983–1990 онд хоёр урсгал яг 0.
Үйлдэл (сангийн функцууд): et.strip_text_columns (56 мөр, зай 0) → et.drop_duplicate_rows (2 устгасан, 54 мөр) → et.split_totals (44 нутгийн / 10 дүнгийн мөр) → et.flows_wide_to_long (946 мөр = 22 × 43) → et.mark_both_zero_as_missing (8 мөр NaN — тэр үед тусдаа бүртгэгдээгүй, тэг шилжилт биш).
Алдааны үнэ: цэвэрлэгээгүй 2025 оны ирсэн нийлбэр 178 341 — албан ёсны 59 447-аас 3.0 дахин их. Шалгалт: et.consistency_checks — 22 нутгийн нийлбэр бүх 43 онд Улсын дүнтэй таарна, 7/7 OK.
Outlier: et.iqr_outliers → Улаанбаатар, Өмнөговь (хил [-3 462; 1 546]) — бодит нутаг, устгахгүй.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Гол олдвор I: эрэмбэ ба цэвэр шилжилт (1.5 мин, 4-р гишүүн).
Зүүн график (et.plot_bar, in_mig): 2025 онд Улаанбаатар 32 030 ирсэн — улсын 54 %; хоёрдугаарт Өмнөговь (4 179), Дархан-Уул (3 875), Орхон (3 246).
Баруун график (et.plot_bar, net_migration, color_by_sign): цэвэр шилжилт = ирсэн − явсан. Эерэг зөвхөн 4 нутагт: Улаанбаатар (+19 034), Өмнөговь (+2 147), Дархан-Уул (+1 291), Орхон (+406). 18 аймагт сөрөг; хамгийн их гарах урсгал Архангай (-2 294).
Үзэгчдийн асуултын хариулт: ирсэн олон ≠ цэвэр шилжилт их — Сэлэнгэ ирсэнээр 6-р, цэвэр шилжилтээр 19-р байр (et.rank_gap). 21 аймгийн медиан -1 241, IQR 1 164 (et.basic_stats); Улаанбаатар +19 034 — outlier.
Заавал: сөрөг цэвэр шилжилт бол бүртгэлтэй шилжилтийн шинж, хүн ам цөөрсний нотолгоо биш.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— Гол олдвор II: динамик (1.5 мин, 4-р гишүүн).
Зүүн (et.plot_line): нийслэлд ирсэн нь бараг үргэлж явснаас олон; оргил 2004 (41 592), 1990 оноос хойш хамгийн бага 2018 (6 568), 2020 оноос 26–40 мян./жил, дундаж цэвэр +22 004.
Баруун (et.plot_small_multiples, кодоор idxmax/idxmin сонгосон): Улаанбаатар тогтвортой орох урсгал (+22 004, 6/6 эерэг); Өмнөговь сүүлийн жилүүдэд эерэг (+656, 4/6); Архангай тогтвортой гарах урсгал (-2 100, 0/6).
et.group_rate (бүсээр, 2020–2025 эерэг нутаг-жилийн хувь): Улаанбаатар 100 %, Төвийн бүс 14 %, Хангайн бүс 6 %, Баруун ба Зүүн бүс 0 %. 22 нутгаас 18-т нэг ч удаа эерэг болоогүй.
Харьцуулах боломж (et.national_balance): зөвхөн 2020 оноос улсын ирсэн = явсан; өмнө нь зөрдөг (1993: -34 395). 2018–2017 оны уналт ба 2020 оны үсрэлт бүртгэлийн өөрчлөлттэй давхцана — шалтгааныг өгөгдөлгүйгээр нэрлэхгүй.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Дүгнэлт ба хязгаарлалт (1 мин, 4-р гишүүн).
1-р слайдын санал хураалтад эргэн очно. Тэргүүлэгч — тийм: 2025 онд Улаанбаатар ирсэнээр ч (32 030, 54 %), цэвэр шилжилтээр ч (+19 034) нэгдүгээрт. «Бүгд» — үгүй: эерэг зөвхөн 4 нутагт (Улаанбаатар, Өмнөговь, Дархан-Уул, Орхон); 18 аймагт сөрөг, 18 нутагт 2020 оноос нэг ч эерэг жил байхгүй. Үргэлж ийм байгаагүй: оргил 2004, уналт 2018, 2020 оноос 26–40 мянга.
Хязгаарлалт: зөвхөн бүртгэлтэй шилжилт; абсолют тоо; 2020 оноос өмнө мөр бүрэн харьцуулагдахгүй; Говьсүмбэр 1983–1990 бүртгэлгүй; шалтгаан өгөгдөлд байхгүй; статистик тест хэрэглээгүй — 22 нутаг бол бүх нийт.
«Яагаад?» гэвэл: «өгөгдөлд шалтгаан байхгүй; зөвхөн 2020 оноос бүртгэл өөрчлөгдсөн нь харагдана».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— Ашигласан сан (1 мин, 2-р гишүүн).
Сан aiaa-eda-team1: VS Code дээр .venv орчинд бичсэн, pip install -e . -ээр турьсан, GitHub-д branch + Pull Request-ээр нэгтгэсэн, python -m build → twine upload-аар PyPI-д байршуулсан. Colab-д !pip install -q aiaa-eda-team1, import aiaa_eda_team1 as et.
Гурван модуль: cleaning.py, stats.py (Гишүүн 1), plots.py, extra.py (Гишүүн 2); __init__.py, pyproject.toml — сангийн ахлагч. Notebook-д def байхгүй, 21 функц сангаас дуудагдсан.
Хэрэв асуувал: шинэ функц хэрэгтэй бол Issue → шинэ хувилбар (0.1.1) → Colab-д pip install -U, Runtime → Restart session.
Төгсгөл: «Асуулт байна уу?» — асуулт хариултад 3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201168" cy="2011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029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 төсөл: Монголын нээлттэй өгөгдлийн EDA · AI Academy Asia · 1-р баг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Монгол Улсын хүн амын шилжилт хөдөлгөөн: аймгуудын харьцуулалт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Бүгд Улаанбаатарыг зорьдог уу? </a:t>
            </a:r>
            <a:pPr indent="0" marL="0">
              <a:buNone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Таамгийг албан ёсны өгөгдлөөр шалгая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solidFill>
            <a:srgbClr val="1E3556"/>
          </a:solidFill>
          <a:ln w="9525">
            <a:solidFill>
              <a:srgbClr val="2E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бүртгэлтэй шилжилт аймгууд ба Улаанбаатарын хооронд хэрхэн хуваарилагдаж байна вэ, цаг хугацааны явцад хэрхэн өөрчлөгдөж байна вэ?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Яагаад сонирхолтой вэ: </a:t>
            </a:r>
            <a:pPr indent="0" marL="0">
              <a:buNone/>
            </a:pPr>
            <a:r>
              <a:rPr lang="en-US" sz="11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хаашаа хамгийн олон хүн ирж байна, хаанаас явж байна, ирсэн нь явснаас хаана давж байна — нэг хүснэгтээр, нэг сангийн функцуудаар.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Багийн гишүүд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87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Цэцэглэн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 хөгжүүлэгч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06040" y="4187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Батука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Багийн ахлагч, сангийн ахлагч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4187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Маргад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Шинжээч, Colab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4187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Батбилгүүн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Дүгнэгч, танилцуулга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ӨГӨГДӨЛ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Өгөгдөл: хаанаас, хэдэн мөр, хэдэн багана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73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ҮСХ · 1212.mn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DT_NSO_0300_040V1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Түүхий файл: 56 мөр × 45 багана (2 текст + 43 он), wide format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«Шилжин ирсэн» ба «Шилжин явсан» — бүртгэлтэй хүн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Цэвэрлэсэн файл: 946 мөр × 6 багана (нутаг × он)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Татаж авсан: 2026.10.14 · data/migration_raw.csv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417320"/>
            <a:ext cx="64008" cy="86868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1472184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28032" y="1869034"/>
            <a:ext cx="16824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нутаг: 21 аймаг + Улаанбаатар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66560" y="141732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1417320"/>
            <a:ext cx="64008" cy="86868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1472184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он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931152" y="1869034"/>
            <a:ext cx="16824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1983–2025, тасралтгүй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242316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423160"/>
            <a:ext cx="64008" cy="86868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2478024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828032" y="2874874"/>
            <a:ext cx="16824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үзүүлэлт: ирсэн, явсан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766560" y="242316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6560" y="2423160"/>
            <a:ext cx="64008" cy="86868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2478024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931152" y="2874874"/>
            <a:ext cx="16824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дутуу утга (et.missing_report)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63440" y="3429000"/>
            <a:ext cx="4023360" cy="822960"/>
          </a:xfrm>
          <a:prstGeom prst="rect">
            <a:avLst/>
          </a:prstGeom>
          <a:solidFill>
            <a:srgbClr val="FBF1DA"/>
          </a:solidFill>
          <a:ln w="9525">
            <a:solidFill>
              <a:srgbClr val="F1DFA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Ашиглахгүй: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хүн амын тоо (1000 хүнд ногдох үзүүлэлт тооцохгүй), цалин, шилжилтийн шалтгаан, бүртгэлгүй нүүдэл.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4370832"/>
            <a:ext cx="8229600" cy="310896"/>
          </a:xfrm>
          <a:prstGeom prst="rect">
            <a:avLst/>
          </a:prstGeom>
          <a:solidFill>
            <a:srgbClr val="EEE9DD"/>
          </a:solidFill>
          <a:ln w="12700">
            <a:solidFill>
              <a:srgbClr val="EEE9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437083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функц: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et.missing_report · pandas: head, dtypes, value_counts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ЦЭВЭРЛЭГЭЭ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Цэвэрлэгээ: юу асуудалтай байсан, юу хийсэн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73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886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17320"/>
            <a:ext cx="3886200" cy="347472"/>
          </a:xfrm>
          <a:prstGeom prst="rect">
            <a:avLst/>
          </a:prstGeom>
          <a:solidFill>
            <a:srgbClr val="C8423C"/>
          </a:solidFill>
          <a:ln w="12700">
            <a:solidFill>
              <a:srgbClr val="C84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АСУУДАЛ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18562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Улаанбаатар 4 удаа (давхардсан мөр 2)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«Улсын дүн» + 4 бүсийн дүн аймгуудтай хамт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баганаар (wide) — groupby, графикт тохиромжгүй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Говьсүмбэр 1983–1990: хоёр урсгал яг 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00600" y="1417320"/>
            <a:ext cx="3886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1417320"/>
            <a:ext cx="3886200" cy="347472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ҮЙЛДЭЛ (сангийн функц) → ҮР ДҮН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18562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drop_duplicate_rows → 56 → 54 мөр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split_totals → 44 нутгийн, 10 дүнгийн мөр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flows_wide_to_long → 946 мөр = 22 × 43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mark_both_zero_as_missing → 8 мөр NaN (өгөгдөлгүй)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315968" y="22860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3547872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547872"/>
            <a:ext cx="64008" cy="804672"/>
          </a:xfrm>
          <a:prstGeom prst="rect">
            <a:avLst/>
          </a:prstGeom>
          <a:solidFill>
            <a:srgbClr val="C8423C"/>
          </a:solidFill>
          <a:ln w="12700">
            <a:solidFill>
              <a:srgbClr val="C842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60273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178 341 → 59 447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1792" y="3966301"/>
            <a:ext cx="2414016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цэвэрлэгээгүй vs албан ёсны ирсэн, 2025 (3.0 дахин)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46120" y="3547872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6120" y="3547872"/>
            <a:ext cx="64008" cy="804672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10712" y="360273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OK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410712" y="3966301"/>
            <a:ext cx="2414016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consistency_checks: нийлбэр = Улсын дүн, бүх он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3547872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3547872"/>
            <a:ext cx="64008" cy="80467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9632" y="360273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199632" y="3966301"/>
            <a:ext cx="2414016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iqr_outliers: Улаанбаатар, Өмнөговь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solidFill>
            <a:srgbClr val="EEE9DD"/>
          </a:solidFill>
          <a:ln w="12700">
            <a:solidFill>
              <a:srgbClr val="EEE9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4443984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функц: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strip_text_columns, drop_duplicate_rows, split_totals, flows_wide_to_long, mark_both_zero_as_missing, iqr_outliers, consistency_checks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ГОЛ ОЛДВОР I ·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Хаашаа ирж, хаана ирсэн нь явснаас давж байна вэ?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73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C:\Users\USER\OneDrive\Desktop\ИИ инженер\Багийн төсөл\migration-analysis\figures\01_in_ranking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383280" cy="2633472"/>
          </a:xfrm>
          <a:prstGeom prst="rect">
            <a:avLst/>
          </a:prstGeom>
        </p:spPr>
      </p:pic>
      <p:pic>
        <p:nvPicPr>
          <p:cNvPr id="9" name="Image 1" descr="C:\Users\USER\OneDrive\Desktop\ИИ инженер\Багийн төсөл\migration-analysis\figures\03_net_ranking_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25880"/>
            <a:ext cx="3383280" cy="263347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60920" y="1325880"/>
            <a:ext cx="1325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360920" y="1325880"/>
            <a:ext cx="64008" cy="82296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525512" y="1380744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54 %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525512" y="1753819"/>
            <a:ext cx="10881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ирсний эзлэх хувь — нийслэл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360920" y="2240280"/>
            <a:ext cx="1325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60920" y="2240280"/>
            <a:ext cx="64008" cy="82296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25512" y="2295144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525512" y="2668219"/>
            <a:ext cx="10881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нутагт эерэг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60920" y="3154680"/>
            <a:ext cx="13258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3154680"/>
            <a:ext cx="64008" cy="804672"/>
          </a:xfrm>
          <a:prstGeom prst="rect">
            <a:avLst/>
          </a:prstGeom>
          <a:solidFill>
            <a:srgbClr val="C8423C"/>
          </a:solidFill>
          <a:ln w="12700">
            <a:solidFill>
              <a:srgbClr val="C8423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25512" y="3209544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7525512" y="3573109"/>
            <a:ext cx="1088136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аймагт сөрөг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solidFill>
            <a:srgbClr val="FBF1DA"/>
          </a:solidFill>
          <a:ln w="9525">
            <a:solidFill>
              <a:srgbClr val="F1DFA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40416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Хариулт: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ирсэн олон ≠ цэвэр шилжилт их. Сэлэнгэ: ирсэнээр 6-р, цэвэр шилжилтээр 19-р байр. 21 аймгийн медиан -1 241; Улаанбаатар +19 034 — outlier.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solidFill>
            <a:srgbClr val="EEE9DD"/>
          </a:solidFill>
          <a:ln w="12700">
            <a:solidFill>
              <a:srgbClr val="EEE9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" y="448056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функц: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plot_bar, rank_table, rank_gap, basic_stats, iqr_outliers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ГОЛ ОЛДВОР II · ДИНАМИК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Үргэлж ийм байсан уу? Нийслэл ба гурван замнал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73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Image 0" descr="C:\Users\USER\OneDrive\Desktop\ИИ инженер\Багийн төсөл\migration-analysis\figures\04_ub_in_out_1983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4480560" cy="2240280"/>
          </a:xfrm>
          <a:prstGeom prst="rect">
            <a:avLst/>
          </a:prstGeom>
        </p:spPr>
      </p:pic>
      <p:pic>
        <p:nvPicPr>
          <p:cNvPr id="9" name="Image 1" descr="C:\Users\USER\OneDrive\Desktop\ИИ инженер\Багийн төсөл\migration-analysis\figures\05_three_traject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2331720" cy="22402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406640" y="1325880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406640" y="1325880"/>
            <a:ext cx="64008" cy="713232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571232" y="1380744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41 592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571232" y="1696761"/>
            <a:ext cx="104241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оргил 2004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406640" y="2103120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06640" y="2103120"/>
            <a:ext cx="64008" cy="713232"/>
          </a:xfrm>
          <a:prstGeom prst="rect">
            <a:avLst/>
          </a:prstGeom>
          <a:solidFill>
            <a:srgbClr val="C8423C"/>
          </a:solidFill>
          <a:ln w="12700">
            <a:solidFill>
              <a:srgbClr val="C8423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71232" y="2157984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6 568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571232" y="2474001"/>
            <a:ext cx="104241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уналт 2018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06640" y="288036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06640" y="2880360"/>
            <a:ext cx="64008" cy="68580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71232" y="2935224"/>
            <a:ext cx="10424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26–40 мян.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571232" y="3236976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 жилд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657600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36576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Бүсээр, 2020–2025 эерэг нутаг-жилийн хувь (group_rate):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Улаанбаатар 100 % · Төвийн бүс 14 % · Хангайн бүс 6 % · Баруун, Зүүн бүс 0 %. 22 нутгаас 18-т нэг ч эерэг жил байхгүй. Зөвхөн 2020 оноос улсын ирсэн = явсан — өмнөх онуудтай болгоомжтой харьцуулна.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solidFill>
            <a:srgbClr val="EEE9DD"/>
          </a:solidFill>
          <a:ln w="12700">
            <a:solidFill>
              <a:srgbClr val="EEE9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функц: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plot_line, plot_small_multiples, period_summary, group_rate, national_balance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ДҮГНЭЛТ БА ХЯЗГААРЛАЛТ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Бүгд Улаанбаатарыг зорьдог уу? Өгөгдөл юу хэлж байна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73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Батлагдсан дүгнэлт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347472" cy="347472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Тэргүүлэгч — тийм.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Улаанбаатар ирсэнээр ч (32 030, 54 %), цэвэр шилжилтээр ч (+19 034) тэргүүлнэ.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606040"/>
            <a:ext cx="347472" cy="347472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560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«Бүгд» — үгүй.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Эерэг зөвхөн 4 нутагт: Улаанбаатар, Өмнөговь, Дархан-Уул, Орхон. 2020–2025 онд 18 нутагт нэг ч удаа эерэг болоогүй.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347472" cy="347472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Үргэлж ийм байгаагүй.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Оргил 2004 (41 592), уналт 2018 (6 568), 2020 оноос 26–40 мян./жил. Шалтгааныг өгөгдөл хэлэхгүй.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937760" y="1371600"/>
            <a:ext cx="37490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1371600"/>
            <a:ext cx="64008" cy="288036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38928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Хязгаарлалт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38928" y="1737360"/>
            <a:ext cx="34015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бүртгэлтэй шилжилт; сөрөг цэвэр шилжилт ≠ хүн ам цөөрсний нотолгоо.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Абсолют тоо: хүн амын тоогүй тул нэг хүнд ногдох эрчмийг харьцуулахгүй.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оноос өмнө улсын дүнд ирсэн ≠ явсан; Говьсүмбэр 1983–1990 бүртгэлгүй.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Шалтгаан (ажил, уул уурхай, бүртгэлийн дүрэм) өгөгдөлд байхгүй — таамаглахгүй.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 тест хэрэглээгүй: 22 нутаг — бүх нийт, түүвэр биш; EDA хангалттай.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4370832"/>
            <a:ext cx="8229600" cy="310896"/>
          </a:xfrm>
          <a:prstGeom prst="rect">
            <a:avLst/>
          </a:prstGeom>
          <a:solidFill>
            <a:srgbClr val="EEE9DD"/>
          </a:solidFill>
          <a:ln w="12700">
            <a:solidFill>
              <a:srgbClr val="EEE9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37083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функц: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 бүр analysis.ipynb-ийн 6.2-т хувьсагчаар хэвлэгдсэн; consistency_checks 7/7 OK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566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АШИГЛАСАН САН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aiaa-eda-team1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pip install -e . → GitHub (branch, Pull Request) → python -m build → PyPI → Colab: pip install → import aiaa_eda_team1 as 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14600" cy="2240280"/>
          </a:xfrm>
          <a:prstGeom prst="rect">
            <a:avLst/>
          </a:prstGeom>
          <a:solidFill>
            <a:srgbClr val="1E3556"/>
          </a:solidFill>
          <a:ln w="9525">
            <a:solidFill>
              <a:srgbClr val="2E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Гишүүн 1 — Цэцэглэн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missing_report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iqr_outliers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strip_text_columns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drop_duplicate_rows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split_totals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flows_wide_to_long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mark_both_zero_as_missing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add_region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514600" cy="2240280"/>
          </a:xfrm>
          <a:prstGeom prst="rect">
            <a:avLst/>
          </a:prstGeom>
          <a:solidFill>
            <a:srgbClr val="1E3556"/>
          </a:solidFill>
          <a:ln w="9525">
            <a:solidFill>
              <a:srgbClr val="2E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Гишүүн 1 — Цэцэглэн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basic_stats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group_rate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rank_table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rank_gap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national_balance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period_summary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consistency_checks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874520"/>
            <a:ext cx="2514600" cy="2240280"/>
          </a:xfrm>
          <a:prstGeom prst="rect">
            <a:avLst/>
          </a:prstGeom>
          <a:solidFill>
            <a:srgbClr val="1E3556"/>
          </a:solidFill>
          <a:ln w="9525">
            <a:solidFill>
              <a:srgbClr val="2E4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plots.py · extra.py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Гишүүн 2 — Батука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plot_hist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plot_box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plot_corr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plot_bar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plot_grouped_bar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plot_line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plot_scatter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plot_small_multiples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Notebook-д def байхгүй. </a:t>
            </a:r>
            <a:pPr indent="0" marL="0">
              <a:buNone/>
            </a:pPr>
            <a:r>
              <a:rPr lang="en-US" sz="10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Сангийн repo: github.com/tsetseglenb0310-spec/aiaa-eda-team1 · Шинжилгээний repo: github.com/tsetseglenb0310-spec/migration-analysis · PyPI: pypi.org/project/aiaa-eda-team1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 сурвалж: ҮСХ, 1212.mn — DT_NSO_0300_040V1 · Нэгж: хүн · 1983–2025 · Бүрэн код: analysis.ipynb · Асуулт хариулт: 3 минут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Монгол Улсын хүн амын шилжилт хөдөлгөөн: аймгуудын харьцуулалт</dc:title>
  <dc:subject>PptxGenJS Presentation</dc:subject>
  <dc:creator>AIAA 1-р баг</dc:creator>
  <cp:lastModifiedBy>AIAA 1-р баг</cp:lastModifiedBy>
  <cp:revision>1</cp:revision>
  <dcterms:created xsi:type="dcterms:W3CDTF">2026-10-23T07:17:29Z</dcterms:created>
  <dcterms:modified xsi:type="dcterms:W3CDTF">2026-10-23T07:17:29Z</dcterms:modified>
</cp:coreProperties>
</file>